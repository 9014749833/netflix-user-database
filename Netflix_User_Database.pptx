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bnmouZMbnRzdiZRF/+dc8xInx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9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1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20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2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4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4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5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5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25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25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7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6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6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6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idx="4294967295" type="ctrTitle"/>
          </p:nvPr>
        </p:nvSpPr>
        <p:spPr>
          <a:xfrm>
            <a:off x="1371600" y="48895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MACHINE LEARNING INTERNSHIP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80129" y="2140066"/>
            <a:ext cx="5336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User Data Base for Subscription Prediction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PRISTON SMART ENGINEERS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 Nomitha Pathivada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Madanapalle Institute of Technology and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Department of CSE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39700" lvl="0" marL="914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 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Goal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Predict Netflix subscription type (Basic, Standard, Premium) based on user data.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 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Features Used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Age, country, watch time hour, and favorite genre.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 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Cleaned missing values and encoded categorical variables.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 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Applied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Trained K-Nearest Neighbors, Decision Trees, and Support Vector Machines.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 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Demonstrates how machine learning improves customer targeting and subscription strategy.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 "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84150" lvl="0" marL="914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 "/>
            </a:pPr>
            <a:r>
              <a:rPr b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Predict Netflix subscription type (Basic, Standard, Premium) using user data like age, country, watch time, and favorite genre. </a:t>
            </a:r>
            <a:r>
              <a:rPr b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&amp; Impact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Applied machine learning models (KNN, Decision Trees, SVM) after preprocessing to improve customer targeting and optimize subscription strategies.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Char char=" "/>
            </a:pPr>
            <a:r>
              <a:t/>
            </a:r>
            <a:endParaRPr sz="4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Company Profile</a:t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Name: </a:t>
            </a:r>
            <a:r>
              <a:rPr lang="en-US"/>
              <a:t>PRISTON SMART ENGINEERS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Main Office: </a:t>
            </a:r>
            <a:r>
              <a:rPr lang="en-US"/>
              <a:t>Vishnuvardhan Statue Rd, Begur, Bengaluru, Karnataka, 560068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Phone: </a:t>
            </a:r>
            <a:r>
              <a:rPr lang="en-US"/>
              <a:t>9513106196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Email: </a:t>
            </a:r>
            <a:r>
              <a:rPr lang="en-US"/>
              <a:t>Prinston.Smart@gmail.com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Contact Person: </a:t>
            </a:r>
            <a:r>
              <a:rPr lang="en-US"/>
              <a:t>Mrs. Farheen Farhath (Managing Director)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Category:</a:t>
            </a:r>
            <a:r>
              <a:rPr lang="en-US"/>
              <a:t> IT Software / Embedded Systems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Aim of the Project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build an intelligent system that classifies users into their likely Netflix subscription category.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Load and explore Netflix user data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Clean and preprocess the dataset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Train and evaluate classifiers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Analyze model performance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Help in customer segmentation and personalization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File: netflix_users.csv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Total Records: 25,000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Target Variable: Subscription_Type (Basic, Standard, Premium)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Features: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Age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Country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Watch Time (in hours)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Favorite Genre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Filled missing age values using median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Filled missing watch time using mean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Defaulted missing subscription type to “Basic”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Used Label Encoder for Country and Genre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Applied Min Max Scaler for numerical feature scaling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Final data ready for classification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Models Used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K-Nearest Neighbors (KNN)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Decision Tree Classifier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Support Vector Machine (SVM) – Linear, RBF, and Polynomial Kernels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model was trained and tested to evaluate performance in subscription prediction.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Libraries Used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🔹 Pandas &amp; NumPy – Data loading and manipulation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🔹 sklearn - Modeling and evaluation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  - LabelEncoder, MinMaxScaler, train_test_split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  - KNeighborsClassifier, DecisionTreeClassifier, SVC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  - accuracy_score, confusion_matrix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Implementation Overview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 Load data with Pandas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2. Handle missing values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3. Encode categorical variables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4. Feature scaling with MinMaxScaler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5. Split into training/testing sets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6. Train KNN, Decision Tree, and SVM classifiers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7. Evaluate with Accuracy and Confusion Matrix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8. Visualize decision tree and compare kernel scores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Accuracy Score: Measures correct predictions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Confusion Matrix: Evaluates misclassification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Model Comparison (on full dataset):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- SVM (Linear): Good generalization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- SVM (RBF &amp; Poly): Slight improvements in complexity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- KNN: Sensitive to distance and scaling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- Decision Tree: Easy to interpret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KNN Accuracy: 32% with 3 neighbors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Decision Tree: High performance, interpretable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SVM (Polynomial): Achieved best accuracy on scaled data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Subscription Prediction: Enabled grouping of users by likely plan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- Visualization: Decision tree plotted for better clarity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46050" lvl="0" marL="914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 "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Prediction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Machine learning models successfully predict user subscription types using behavioral and demographic data.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 "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 Insights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analysis helps streaming platforms tailor subscription plans and marketing strategies to user preferences.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 "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Approach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This method can be extended to other user-based predictions, enhancing personalization across digital services.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180" name="Google Shape;180;p1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Include additional features: device used, viewing time, content type preference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Train on larger or real-time datasets from streaming platforms.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Deploy as a dashboard </a:t>
            </a:r>
            <a:r>
              <a:rPr lang="en-US"/>
              <a:t>or application.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/>
              <a:t>Restricting unauthorized users.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1129025" y="185975"/>
            <a:ext cx="5566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Mahendra</dc:creator>
</cp:coreProperties>
</file>